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4000" b="1">
                <a:solidFill>
                  <a:srgbClr val="1D9790"/>
                </a:solidFill>
              </a:defRPr>
            </a:pPr>
            <a:r>
              <a:t>BDCrops AgroVision™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600" b="1">
                <a:solidFill>
                  <a:srgbClr val="13302B"/>
                </a:solidFill>
              </a:defRPr>
            </a:pPr>
            <a:r>
              <a:t>INVESTOR PITCH — US$500K — 8-Band + AquaCrop + DoF + BADC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1800" b="1">
                <a:solidFill>
                  <a:srgbClr val="1D9790"/>
                </a:solidFill>
              </a:defRPr>
            </a:pPr>
            <a:r>
              <a:t>SEE THE FIELD. SIMULATE THE FUTURE. ACT BEFORE THE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defRPr sz="1200" b="0">
                <a:solidFill>
                  <a:srgbClr val="13302B"/>
                </a:solidFill>
              </a:defRPr>
            </a:pPr>
            <a:r>
              <a:t>AI + 8-Band Satellite Intelligence + Crop Digital Twin + AquaData</a:t>
            </a:r>
            <a:br/>
            <a:br/>
            <a:r>
              <a:t>BDCrops Technologies | Bangladesh</a:t>
            </a:r>
            <a:br/>
            <a:r>
              <a:t>Dhaka, Bangladesh</a:t>
            </a:r>
            <a:br/>
            <a:r>
              <a:t>bdcrops.com | matin@bdcrops.com</a:t>
            </a:r>
            <a:br/>
            <a:r>
              <a:t>+8801717676441</a:t>
            </a:r>
            <a:br/>
            <a:br/>
            <a:r>
              <a:t>NextUnicorn.Fund — Seeking US$500K Strategic Investment</a:t>
            </a:r>
            <a:br/>
            <a:r>
              <a:t>Abdul Matin | Founder &amp; CEO</a:t>
            </a:r>
            <a:br/>
            <a:br/>
            <a:r>
              <a:t>Core Thesis: 8-band intelligence + AquaCrop Digital Twin + AI decision engine → recurring revenue</a:t>
            </a:r>
          </a:p>
        </p:txBody>
      </p:sp>
      <p:pic>
        <p:nvPicPr>
          <p:cNvPr id="7" name="Picture 6" descr="matin300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731520"/>
            <a:ext cx="2743200" cy="274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1248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1">
                <a:solidFill>
                  <a:srgbClr val="13302B"/>
                </a:solidFill>
              </a:defRPr>
            </a:pPr>
            <a:r>
              <a:t>Abdul Matin</a:t>
            </a:r>
            <a:br/>
            <a:r>
              <a:t>Founder &amp; CEO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000" b="0">
                <a:solidFill>
                  <a:srgbClr val="6B7280"/>
                </a:solidFill>
              </a:defRPr>
            </a:pPr>
            <a:r>
              <a:t>Dhaka, Bangladesh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900" b="0">
                <a:solidFill>
                  <a:srgbClr val="6B7280"/>
                </a:solidFill>
              </a:defRPr>
            </a:pPr>
            <a:r>
              <a:t>Live Demos: bdcrops.com/badc_kh01 (114km²) | bdcrops.com/badc_kh07 | bdcrops.com/DoF/ | bdcrops.com/nextunicorn/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01 — Vision — From Pixels to Real-World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Every satellite image contains enormous information — but customers don't buy pixels, they buy answers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Which crop is under stress? Where waterlogging increasing? Which field harvest first?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Where flood damage critical? Which areas changing? What yield? Where govt intervention?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BDCrops converts satellite data into those decisions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8-Band Data → Spectral Intelligence → AI Analytics → AquaCrop Digital Twin → Scenario Engine → Actionable Decision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02 — Market Problem — Agriculture Still Managed Too Reactively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Government knows where farms are, but not what is changing inside them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Traditional monitoring: field visits, periodic surveys, manual reporting, fragmented datasets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Delayed detection, static maps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Missing layer: Continuous spatial intelligence + prediction + action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BDCrops is building that layer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03 — Core Product — BDCrops AgroVision™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Satellite Intelligence + AquaCrop Digital Twin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OBSERVE — Satellite imagery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ANALYZE — 8-band spectral intelligence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MODEL — Crop growth + water balance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SIMULATE — Flood / drought / irrigation / heat / harvest scenarios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PRIORITIZE — Which fields need attention first?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REPORT — Dashboard + API + automated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04 — 8-Band Advantage — One Image. Multiple Intelligence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BADC spec: eight VNIR bands — Coastal Blue, Blue, Green, Yellow, Red, Red Edge, NIR1, NIR2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Multispectral &lt;1.50m, 1.24m ideal — Live: bdcrops.com/images/8band/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We don't sell image once — One acquisition → multiple products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Vegetation, Soil, Water, Drainage, LULC, Change, Environment, Built-up + NIR/SWIR indices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05 — 8-Band Data → Applications — One Dataset → Multiple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Vegetation → NDVI / crop health → Agriculture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Red Edge → Crop stress → Agribusiness | Soil → Soil composition → Agriculture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Water → Waterlogging / inundation → Government | Drainage → Congestion → Irrigation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LULC → Classification → Government | Change → Multi-temporal → Govt / climate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CF2 Engine: NDVI, NDWI, NDBI, EVI, SAVI, NBR, MNDWI, NDRE, NBR2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06 — Revenue Engine — We Monetize Intelligence, Not Imagery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Layer 1 — Satellite Data: Procurement / supply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Layer 2 — Analytics: NDVI / NDRE / waterlogging / LULC / change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Layer 3 — Monitoring: Recurring monthly / seasonal / annual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Layer 4 — Decision Intelligence: 'What should we do?'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Layer 5 — Digital Twin: 'What happens next?'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Layer 6 — API / SaaS: Customer integrates intelligence directly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07 — AquaCrop Digital Twin — The Differentiator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NDVI tells you WHAT Changed. AquaCrop tells WHAT IT COULD MEAN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Satellite → field condition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Weather + Soil + Crop Calendar → context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AquaCrop → growth / biomass / ET / water balance / yield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Scenario Engine → flood / drought / heat / irrigation / harvest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Action Layer → priority / alert / dashboard / API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08 — AquaCrop Proof — Khulna Coastal — Surkhali 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BRRI dhan47 — Working Prototype — Live: /images/aquacrop/dashboard.png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Prototype outputs (not certified forecast — preliminary):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5.80 t/ha Simulated yield | 77/100 Field-health | 0.2% Water-stress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Flood scenarios: -24% 2-day, -60% 5-day, -84% 7-day modeled loss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Investor message: Built workflow satellite+crop+environment → scenario decisions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09 — NEW — DoF Aquatic Intelligence — From Crop to Fisheries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LIVE DEMO: bdcrops.com/DoF/ — Rupsha River Smart — 4 Species × 4 Seasons × 16 Scenarios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Catla · Rohu · Mrigal · Hilsa — Ref: dashboard.png + growth_curve.png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Fish Growth: 90-day forecasting, Species×season, Growth/biomass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Water Intelligence: Temperature, DO, Salinity, pH, Turbidity, Conductivity, Ammonia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Decision: Best stocking season, Species suitability, Water-quality risk, Constraints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Example: Catla Monsoon 79.2% → 448g | Critical Rohu salinity 5.88 ppt &gt; 3.0 ppt tolerance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Govt: MoFL → DoF → River/Fisheries → Hilsa zones, jatka monitoring, ECA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10 — NEW — BADC KH01 — Batiaghata Union — 114 km² Coastal Cropland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LIVE DEMO: bdcrops.com/badc_kh01 — Batiaghata Union · Khulna — AOI_KH01 — 114 km²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Ganges Tidal Floodplain — BWDB Polder 30 — Working demonstration / govt-oriented prototype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What delivers: MULTI-YEAR BASELINE 2020→2023→2025→2026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LAND-USE INTELLIGENCE: LULC composition + year-by-year comparison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AGRICULTURAL KPIs + FORECASTING: Trend-based projections + DECISION SUPPORT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Data: 21AT + Sentinel-2 — Satellite → GeoAI → Multi-year intelligence → Forecast → Decision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Investor takeaway: One 114 km² AOI becomes reusable intelligence product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11 — NEW — BADC KH07 — Surkhali Union — Multi-Year Intelligence + Forecasting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LIVE DEMO: bdcrops.com/badc_kh07 — Surkhali Union · Khulna — AOI KH07 — 21AT + Sentinel-2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Workflow: OBSERVE Satellite indicators → COMPARE Multi-year visual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UNDERSTAND Trend analysis → FORECAST Three scenarios → QUANTIFY UNCERTAINTY 95% CI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REPORT Maps + findings + datasets + forecast model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Why matters: Traditional GIS 'Here is today's map' — BDCrops 'Historical pattern, what changing, scenarios, uncertainty'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Product: Multi-Year Grid, LULC Maps, Trend Analysis, Forecast Scenarios, Executive Findings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12 — AquaData Commercial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Once Land+crops+water → AquaData — Second major market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Water: quality, extent, turbidity, temperature, salinity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Fish: species, growth, biomass, habitat, risk, suitability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Commercial: Aquaculture, Shrimp, Fish farms, River monitoring, Coastal, Govt fisheries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Transition: 8-band → Agriculture (KH01/KH07) → AquaCrop → Water&amp;Fisheries (DoF live) → Govt decision intelligence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13 — Platform Flywheel — GeoData + AquaCrop + AquaData Reinforce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GeoData Observe Earth (KH01 114km² + KH07 Surkhali live)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AquaCrop Understand crop response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AquaData Understand water ecosystem (DoF Rupsha live)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Historical Data Learn patterns → AI Predict/rank → Decision Support Recommend action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More deployments → More data → Better models — Beginning of data + calibration moat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14 — Data / Calibration Moat — Every Deployment More Valuable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Single image is commodity — But history + AOI + calendars + field obs + yield + water + calibration + decision outcomes harder to reproduce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BADC proposal: local calibration + multi-season history + field obs as defensible layer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KH01 multi-year 2020→2025 + KH07 multi-year + DoF 4×4×16 become moat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Moat is intelligence built around satellite, not satellite itself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15 — Who Pays — Multiple Customer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GOVERNMENT: BADC, DAE, Fisheries, Water resources, Environment — Live: badc_kh01, badc_kh07, DoF/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DEVELOPMENT: FAO, World Bank, ADB, Climate programmes, NGOs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AGRIBUSINESS: Input, Seed, Food, Agricultural enterprises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AQUACULTURE: Fish farms, Shrimp, Hatcheries — DoF concrete demo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FINANCIAL: Insurance, Agri finance, Climate finance | RESEARCH: Universities, Research, Policy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16 — Revenue Model — Project → Recurring →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Phase A Govt/Dev Projects US$20K–$100K+ (KH01/KH07/DoF pilots)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Phase B Annual Monitoring — recurring contracts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Phase C Enterprise SaaS — dashboard subscriptions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Phase D API — usage-based intelligence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Phase E Digital Twin — premium predictive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Example target: 65,000 farms × $4 = $260K ARR/quarter = $1.04M ARR — simple unit-economics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17 — Revenue Scenarios — Illustrative Commercial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2026 Technology+pilots GeoData (KH01/KH07) AquaCrop AquaData incl DoF demo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2027 First recurring contracts Govt (BADC+DoF) NGO Agribusiness Aquaculture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2028 Platform expansion SaaS API Multi-district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2029 National+international Multi-crop Multi-country Multi-domain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Projects → Subscriptions → API → Digital Twins → Data Intelligence Platform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FFFFFF"/>
                </a:solidFill>
              </a:defRPr>
            </a:pPr>
            <a:r>
              <a:t>18 — Why Now — Technology Crossed First Barrier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Satellite data exists. AI capability exists. Crop simulation exists.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Government demand exists. Climate risk increasing.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Missing piece: commercialization + validation + scale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BADC proposal: pipeline executable, next repeated observations, ground truth, local calibration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This is the investment window — Three live demos prove breadth without losing main focus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19 — What $500K Unlocks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30% Product Engineering: GeoData (KH01/KH07 multi-year), AquaCrop, AquaData incl DoF, AI, API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20% Satellite / Cloud Infra: Processing, Storage, Data acquisition (21AT + Sentinel-2)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20% Validation: BADC/BRRI/DoF Field obs, Crop calibration, Water validation (DoF site-specific)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15% Commercialization: Govt, Enterprise, NGO, Aquaculture (DoF pilots, Hilsa zones, KH01/KH07 district)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10% International Expansion + 5% Operations/Governance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20 — Investment Milestones — 18-36 Month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0-6 months Validate: 5-10 AOIs incl KH01 114km² + KH07 Surkhali, Repeated satellite 2020→2026, Field truth, AquaCrop calibration, DoF water synthetic→real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6-12 months Productize: GeoData SaaS (KH01/KH07 dashboards), AquaCrop dashboard, AquaData MVP DoF Rupsha v2, API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12-24 months Commercialize: Government contracts BADC KH01/KH07 + DoF, Enterprise subscriptions, Recurring monitoring, AquaData pilots Hilsa conservation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24-36 months SCALE: Multi-district, Multi-crop, Multi-agency, South Asia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1D9790"/>
                </a:solidFill>
              </a:defRPr>
            </a:pPr>
            <a:r>
              <a:t>21 — Investor Upside — One Stack Many Markets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Agriculture GeoData+AquaCrop (KH01 114km² + KH07 Surkhali live)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Water GeoData+AquaData DoF concrete demo (dashboard.png + growth_curve.png)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Climate Risk+MRV | Insurance Crop/environmental intelligence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Government Decision-support BADC + DoF — Live: badc_kh01, badc_kh07, DoF/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13302B"/>
                </a:solidFill>
              </a:defRPr>
            </a:pPr>
            <a:r>
              <a:t>• Research Longitudinal intelligence | Enterprise API/SaaS — One stack, many markets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97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defRPr sz="2400" b="1">
                <a:solidFill>
                  <a:srgbClr val="FFFFFF"/>
                </a:solidFill>
              </a:defRPr>
            </a:pPr>
            <a:r>
              <a:t>22 — Trust — We Will Not Sell False Certainty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858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AquaCrop: 1 satellite obs, 0 ground obs, RMSE 0.309, confidence 33/100 — Prototype ≠ certified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DoF: Screening-stage — water synthetic/derived, species generic FAO/FishBase — site-specific calibration required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BADC KH01/KH07: Working demonstration / govt-oriented prototype — Confidential BADC 2026 — Unless actual contract, call demonstration/prototype</a:t>
            </a:r>
          </a:p>
          <a:p>
            <a:pPr>
              <a:lnSpc>
                <a:spcPct val="130000"/>
              </a:lnSpc>
              <a:spcAft>
                <a:spcPts val="1000"/>
              </a:spcAft>
              <a:defRPr sz="1400">
                <a:solidFill>
                  <a:srgbClr val="FFFFFF"/>
                </a:solidFill>
              </a:defRPr>
            </a:pPr>
            <a:r>
              <a:t>• Investment moves Level1 Preliminary → Level2 Multi-date → Level3 Field-calibrated → Level4 Multi-season operational — More credible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97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2800" b="1">
                <a:solidFill>
                  <a:srgbClr val="FFFFFF"/>
                </a:solidFill>
              </a:defRPr>
            </a:pPr>
            <a:r>
              <a:t>BDCrops AgroVision™ — INVEST IN THE TRANSITION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600" b="1">
                <a:solidFill>
                  <a:srgbClr val="FFFFFF"/>
                </a:solidFill>
              </a:defRPr>
            </a:pPr>
            <a:r>
              <a:t>SEE THE FIELD. SIMULATE THE FUTURE. ACT BEFORE THE LOSS.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defRPr sz="1400" b="0">
                <a:solidFill>
                  <a:srgbClr val="FFFFFF"/>
                </a:solidFill>
              </a:defRPr>
            </a:pPr>
            <a:r>
              <a:t>Working Technology → Validated Intelligence → Recurring Revenue → Scalable Platform</a:t>
            </a:r>
            <a:br/>
            <a:br/>
            <a:r>
              <a:t>We are not building a satellite dashboard.</a:t>
            </a:r>
            <a:br/>
            <a:r>
              <a:t>We are building Decision Intelligence Platform for Physical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 sz="1200" b="0">
                <a:solidFill>
                  <a:srgbClr val="FFFFFF"/>
                </a:solidFill>
              </a:defRPr>
            </a:pPr>
            <a:r>
              <a:t>AI + 8-Band + AquaCrop + AquaData + DoF Live + BADC KH01 114km² + KH07 Surkhali</a:t>
            </a:r>
            <a:br/>
            <a:r>
              <a:t>3 Live Demos: bdcrops.com/badc_kh01 | bdcrops.com/badc_kh07 | bdcrops.com/DoF/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 sz="1100" b="0">
                <a:solidFill>
                  <a:srgbClr val="FFFFFF"/>
                </a:solidFill>
              </a:defRPr>
            </a:pPr>
            <a:r>
              <a:t>Seeking up to US$500K Strategic Investment</a:t>
            </a:r>
            <a:br/>
            <a:r>
              <a:t>Abdul Matin | Founder &amp; CEO | Dhaka, Bangladesh</a:t>
            </a:r>
            <a:br/>
            <a:r>
              <a:t>bdcrops.com | matin@bdcrops.com | +8801717676441</a:t>
            </a:r>
            <a:br/>
            <a:r>
              <a:t>bdcrops.com/nextunicorn/ | NextUnicorn.Fund</a:t>
            </a:r>
          </a:p>
        </p:txBody>
      </p:sp>
      <p:pic>
        <p:nvPicPr>
          <p:cNvPr id="7" name="Picture 6" descr="matin300x30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754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