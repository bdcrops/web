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D9790"/>
                </a:solidFill>
              </a:defRPr>
            </a:pPr>
            <a:r>
              <a:t>BDCrops AgroVision™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302B"/>
                </a:solidFill>
              </a:defRPr>
            </a:pPr>
            <a:r>
              <a:t>INVESTOR PITCH — US$500K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9790"/>
                </a:solidFill>
              </a:defRPr>
            </a:pPr>
            <a:r>
              <a:t>SEE THE FIELD. SIMULATE THE FUTURE. ACT BEFORE THE LOSS.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3302B"/>
                </a:solidFill>
              </a:defRPr>
            </a:pPr>
            <a:r>
              <a:t>AI + 8-Band Satellite Intelligence + Crop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3302B"/>
                </a:solidFill>
              </a:defRPr>
            </a:pPr>
            <a:r>
              <a:t>BDCrops Technologies | Bangladesh</a:t>
            </a:r>
            <a:br/>
            <a:r>
              <a:t>bdcrops.com | matin@bdcrops.com | +8801717676441</a:t>
            </a:r>
            <a:br/>
            <a:r>
              <a:t>Dhaka, Bangladesh | NextUnicorn.Fund</a:t>
            </a:r>
            <a:br/>
            <a:br/>
            <a:r>
              <a:t>Seeking up to US$500K Strategic Investment</a:t>
            </a:r>
            <a:br/>
            <a:r>
              <a:t>Abdul Matin | Founder &amp; CEO</a:t>
            </a:r>
          </a:p>
        </p:txBody>
      </p:sp>
      <p:pic>
        <p:nvPicPr>
          <p:cNvPr id="7" name="Picture 6" descr="matin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54864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29260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3302B"/>
                </a:solidFill>
              </a:defRPr>
            </a:pPr>
            <a:r>
              <a:t>Abdul Matin</a:t>
            </a:r>
            <a:br/>
            <a:r>
              <a:t>Founder &amp; CEO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 — THE VISION — From Satellite Pixels to Real-World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Every satellite image contains enormous information. But customers don't buy pixels. They buy answers: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Which crop is under stress?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Where is waterlogging increasing?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Which field should be harvested first?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Where could flood damage become critical?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Which areas are changing?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What will yield look like?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Where should government intervention happen first?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BDCrops converts satellite data into those decisions.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8-Band Satellite Data → Spectral Intelligence → AI Analytics → AquaCrop Digital Twin → Scenario &amp; Risk Engine → Actionable Decision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is the core company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2 — THE MARKET PROBLEM — Agriculture Is Still Being Managed Too Reactively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 government or agricultural organization may know where the farms are but not continuously know what is changing inside them.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Traditional monitoring depends heavily on: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• field visits • periodic surveys • manual reporting • fragmented datasets • delayed detection • static maps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The missing layer: Continuous spatial intelligence + prediction + action.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BDCrops is building that layer.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3 — OUR CORE PRODUCT — BDCrops AgroVision™ — Satellite Intelligence + AquaCrop Digital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Our platform combines: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OBSERVE — Satellite imagery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ANALYZE — 8-band spectral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MODEL — Crop growth + water balance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SIMULATE — Flood / drought / irrigation / heat / harvest scenarios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PRIORITIZE — Which fields need attention first?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REPORT — Dashboard + API + automated reports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4 — THE 8-BAND ADVANTAGE — One Image. Multiple Intelligence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BADC specification specifically calls for eight VNIR multispectral bands: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1. Coastal Blue | 2. Blue | 3. Green | 4. Yellow | 5. Red | 6. Red Edge | 7. NIR1 | 8. NIR2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Multispectral resolution below 1.50 m and 1.24 m identified as ideal.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Why this matters: We don't sell the image once.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One satellite acquisition → multiple analytical products.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One image → Vegetation, Soil, Water, Drainage, LULC, Change, Environment, Built-up + NIR/SWIR-derived indices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5 — 8-BAND DATA → APPLICATIONS — One Dataset Creates Multiple Revenue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Intelligence → Application → Customer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Vegetation → NDVI / crop health → Agriculture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Red Edge → Crop stress / vegetation condition → Agribusiness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Soil → Soil composition indicators → Agriculture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Crop Residue → Residue quantification → Agriculture / climate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Water → Waterlogging / inundation → Government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Drainage → Drainage congestion → Irrigation projects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LULC → Land-use classification → Government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Change → Multi-temporal change detection → Government / climate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Environment → Baseline monitoring → NGOs / development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Built-up → Settlement expansion → Infrastructure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NIR/SWIR-derived indices → Water / vegetation / land analysis → Multiple sectors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BADC spec explicitly identifies vegetation/soil analysis, NDVI, soil organic composition, crop residue, waterlogging, water-table fluctuation, drainage, LULC, change detection, environmental baseline as applications.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CF2 engine already implements NDVI, NDWI, NDBI, EVI, SAVI, NBR, MNDWI, NDRE, NBR2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6 — THE 8-BAND REVENUE ENGINE — We Monetize Intelligence, Not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1 — Satellite Data: Customer needs imagery. Data procurement / supply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2 — Analytics: Customer needs NDVI / NDRE / waterlogging / LULC / change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3 — Monitoring: Recurring monthly / seasonal / annual monitoring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4 — Decision Intelligence: Customer wants 'What should we do?'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5 — Digital Twin: Customer wants 'What happens next?'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Layer 6 — API / SaaS: Customer integrates intelligence directly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is critical — we monetize intelligence, not imagery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7 — REVENUE PRODUCTS — Six Ways to Monetize Same GeoData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01 — Satellite Intelligence Projects: Government / development projects — Project revenue — Example: BADC technical pilot envelope US$45,000 indicative six-month pilot, 5-10 AOIs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02 — AOI Monitoring: Per AOI / hectare / season / monitoring cycle — Recurring revenue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03 — Enterprise Dashboard: Annual subscription for agriculture companies, NGOs, government programmes, insurance, research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04 — GeoData API: Customers pay for vegetation scores, water scores, land classification, change detection, risk layers, machine-readable outputs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05 — AquaCrop Intelligence: Premium predictive layer — Observation → Simulation → Forecast → Scenario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06 — Decision Intelligence: Highest-value — Instead of 'NDVI=0.51' customer receives 'These 20 fields should receive inspection/harvest/drainage priority' — software margins + recurring revenue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8 — AQUACROP IS 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NDVI Tells You WHAT Changed. AquaCrop Helps Explain WHAT IT COULD MEAN.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Architecture from BADC work: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Satellite → field condition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Weather + Soil + Crop Calendar → context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AquaCrop → crop growth / biomass / ET / water balance / yield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Scenario Engine → flood / drought / heat / irrigation / harvest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Action Layer → priority / alert / dashboard / API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moves BDCrops beyond conventional GIS.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9 — AQUACROP PROOF — Working Prototype — Khulna Coastal Bangladesh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Surkhali Union — BRRI dhan47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Prototype outputs (explicitly prototype/model outputs, not certified operational forecasts — preliminary, requires repeated observations and field validation):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5.80 t/ha — Simulated yield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77/100 — Field-health score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0.2% — Water-stress index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Flood scenario: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−24% — ~2-day modeled loss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−60% — ~5-day modeled loss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−84% — ~7-day modeled loss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Investor message: Important achievement is not '5.8 t/ha.' It is: We have built workflow that converts satellite + crop + environmental information into scenario-based operational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10 — 16-SCENARIO DECISION ENGINE — We Don't Stop at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We simulate: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Flood — +2 / +5 / +7 days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Drought — Water-stress scenarios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Irrigation — Supplemental-water opportunities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Heat — Crop-stress scenarios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Harvest — Early vs delayed harvest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Waterlogging — Drainage / submergence consequences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Prototype contains 16-scenario decision engine.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Output: Not another map. A PRIORITY LIST. Field → Risk → Consequence → Recommended Action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11 — THE BIGGER OPPORTUNITY — FROM CROP MONITORING TO CROP DIGITAL TWINS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Today — Satellite monitoring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Crop health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Yield simulation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Risk prediction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Digital twin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Eventually — National Crop Intelligence Infrastructure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BADC roadmap already follows: 5–10 AOIs → 20–50 AOIs → district scale → national multi-crop / multi-AEZ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12 — AQUADATA — Same Intelligence Architecture Moves Into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Once we understand Land + crops + water we can expand into AquaData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Water intelligence: water quality, water extent, turbidity indicators, water temperature indicators, salinity context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Fish intelligence: species, growth, biomass, habitat, risk, suitability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Commercial applications: Aquaculture, Shrimp, Fish farms, River monitoring, Coastal ecosystems, Government fisheries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gives BDCrops a second major physical-world intelligence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13 — THE PLATFORM FLYWHEEL — GeoData + AquaCrop + AquaData Reinforce Each 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GeoData — Observe Earth → AquaCrop — Understand crop response → AquaData — Understand water ecosystem → Historical Data — Learn patterns → AI — Predict / rank → Decision Support — Recommend action → More deployments — More data → Better models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is the beginning of a data + calibration moat.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14 — WHY THE DATA BECOMES A MOAT — Every Deployment Makes Platform More Valuable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 single satellite image is a commodity. But: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Satellite history + AOI boundaries + Crop calendars + field observations + yield measurements + water conditions + model calibration + decision outcomes becomes much harder to reproduce.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BADC proposal explicitly identifies local calibration + multi-season satellite history + field observations as potential defensible layer.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The moat is not the satellite. The moat is the intelligence built around the satellite.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15 — WHO PAYS? — Multiple Customer 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GOVERNMENT: BADC, DAE, Fisheries, Water resources, Environment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DEVELOPMENT: FAO, World Bank, ADB, Climate programmes, NGOs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AGRIBUSINESS: Input companies, Seed companies, Food companies, Agricultural enterprises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AQUACULTURE: Fish farms, Shrimp farms, Hatcheries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FINANCIAL: Insurance, Agricultural finance, Climate finance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RESEARCH: Universities, Research organizations, Policy institutions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16 — REVENUE MODEL — Project Revenue → Recurring Revenue → Platform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Phase A — Government / Development Projects: US$20K–$100K+ project opportunities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Phase B — Annual Monitoring: Recurring contracts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Phase C — Enterprise SaaS: Dashboard subscriptions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Phase D — API: Usage-based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Phase E — Digital Twin: Premium predictive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Realistic investor example (target/scenario, not current revenue):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65,000 target farms × $4 = $260,000 ARR/quarter = $1.04M annual recurring revenue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must be labeled as target/scenario, not current revenue — simple unit-economics investors need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17 — REVENUE SCENARIO — Illustrative Commercial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2026 — Technology + pilots: GeoData, AquaCrop, AquaData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2027 — First recurring contracts: Government, NGO, Agribusiness, Aquaculture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2028 — Platform expansion: SaaS, API, Multi-district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2029 — National + international: Multi-crop, Multi-country, Multi-domain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Revenue architecture: Projects → Subscriptions → API → Digital Twins → Data Intelligence Platform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This is much stronger than promising single huge revenue number.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SLIDE 18 — WHY NOW? — The Technology Has Crossed First Barrier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Satellite data exists.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AI capability exists.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Crop simulation exists.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Government demand exists.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Climate risk is increasing.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The missing piece is commercialization + validation + scale.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BADC proposal says exactly this: current technology pipeline is executable, while next step is repeated observations, ground truth, local calibration and operational integration.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This is the investment window.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19 — WHAT $500K UNLOCKS — US$500K Strategic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30% — Product Engineering: GeoData, AquaCrop, AquaData, AI engine, API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20% — Satellite / Cloud Infrastructure: Processing, Storage, Data acquisition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20% — Validation: BADC / BRRI, Field observations, Crop calibration, Water validation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15% — Commercialization: Government, Enterprise, NGO, Aquaculture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10% — International Expansion: South Asia, Climate markets, Development partners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5% — Operations / Governance: Security, Compliance, Legal, Model governance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20 — INVESTMENT MILESTONES — What Investor Helps Achieve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0–6 months — Validate: 5–10 AOIs, Repeated satellite observations, Field truth, AquaCrop calibration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6–12 months — Productize: GeoData SaaS, AquaCrop dashboard, AquaData MVP, API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12–24 months — Commercialize: Government contracts, Enterprise subscriptions, Recurring monitoring, AquaData pilots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24–36 months — SCALE: Multi-district, Multi-crop, Multi-agency, South Asia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21 — THE INVESTOR'S UPSIDE — One Technology Stack. Many Revenue Markets.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Agriculture — GeoData + AquaCrop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Water — GeoData + AquaData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Climate — Risk + MRV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Insurance — Crop / environmental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Government — Decision-support infrastructure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Research — Longitudinal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Enterprise — API / SaaS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One stack, many markets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SLIDE 22 — THE TRUST SLIDE — We Will Not Sell False 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This is important investor-quality slide.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Current AquaCrop evidence: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1 satellite observation, 0 ground observations, RMSE 0.309, Validation confidence 33/100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Therefore: Prototype ≠ certified forecast.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Investment is partly to move: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Level 1 — Preliminary → Level 2 — Multi-date → Level 3 — Field-calibrated → Level 4 — Multi-season operational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That makes pitch more credible, not weaker.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9790"/>
                </a:solidFill>
              </a:defRPr>
            </a:pPr>
            <a:r>
              <a:t>SLIDE 23 — THE BIG VISION — BDCrops Is Not Building a Satellite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We Are Building a Decision Intelligence Platform for the Physical World.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Today — See — Satellite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Tomorrow — Understand — AI Analytics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Predict — AquaCrop / AquaData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Next — Simulate — Scenarios</a:t>
            </a:r>
          </a:p>
          <a:p>
            <a:pPr>
              <a:spcAft>
                <a:spcPts val="500"/>
              </a:spcAft>
              <a:defRPr sz="1100">
                <a:solidFill>
                  <a:srgbClr val="13302B"/>
                </a:solidFill>
              </a:defRPr>
            </a:pPr>
            <a:r>
              <a:t>Eventually — Recommend — AI Decision Engine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97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BDCrops AgroVision™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SEE THE FIELD. SIMULATE THE FUTURE. ACT BEFORE THE LOSS.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AI + 8-Band Satellite Intelligence + AquaCrop + AquaData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INVEST IN THE TRANSITION</a:t>
            </a:r>
            <a:br/>
            <a:r>
              <a:t>From Working Technology → Validated Intelligence → Recurring Revenue → Scalable Platform</a:t>
            </a:r>
            <a:br/>
            <a:br/>
            <a:r>
              <a:t>We are not building a satellite dashboard.</a:t>
            </a:r>
            <a:br/>
            <a:r>
              <a:t>We are building a Decision Intelligence Platform for the Physical World.</a:t>
            </a:r>
            <a:br/>
            <a:br/>
            <a:r>
              <a:t>Today: See (Satellite) → Tomorrow: Understand (AI) → Next: Predict (AquaCrop) → Next: Simulate (Scenarios) → Eventually: Recommend (AI Decision Engine)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Seeking up to US$500K Strategic Investment</a:t>
            </a:r>
            <a:br/>
            <a:r>
              <a:t>Abdul Matin | Founder &amp; CEO | BDCrops Technologies</a:t>
            </a:r>
            <a:br/>
            <a:r>
              <a:t>Dhaka, Bangladesh | bdcrops.com | matin@bdcrops.com</a:t>
            </a:r>
            <a:br/>
            <a:r>
              <a:t>bdcrops.com/pitch/nextunicorn | NextUnicorn.Fund</a:t>
            </a:r>
          </a:p>
        </p:txBody>
      </p:sp>
      <p:pic>
        <p:nvPicPr>
          <p:cNvPr id="7" name="Picture 6" descr="matin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66344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